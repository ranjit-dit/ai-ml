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838200" y="365125"/>
            <a:ext cx="10515600" cy="75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CSV File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838200" y="1307592"/>
            <a:ext cx="10515600" cy="486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CSV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(comma-separated value) files are a common file format for transferring and storing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ability to read, manipulate, and write data to and from CSV files using Python is a key skill to master for any data scientist or business analysis.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 is the most popular data manipulation package in Python.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 Frame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 are the Pandas data type for storing tabular 2D data.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723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csv file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197864"/>
            <a:ext cx="10515600" cy="497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To create a csv fille we use ‘x’ mode in file handeling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latin typeface="Times New Roman"/>
                <a:ea typeface="Times New Roman"/>
                <a:cs typeface="Times New Roman"/>
                <a:sym typeface="Times New Roman"/>
              </a:rPr>
              <a:t>open(‘books.csv’,’x’)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Pandas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Pip install 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-m pip install --upgrade pip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838200" y="365125"/>
            <a:ext cx="10515600" cy="94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different rows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838200" y="1472184"/>
            <a:ext cx="10515600" cy="4704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 = pd.read_csv(‘url_csv 0r file_name’, nrows=5)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 = pd.read_csv(‘url_csv 0r file_name’, index_col=0)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ctrTitle"/>
          </p:nvPr>
        </p:nvSpPr>
        <p:spPr>
          <a:xfrm>
            <a:off x="1524000" y="738315"/>
            <a:ext cx="9144000" cy="6332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Importing and reading</a:t>
            </a:r>
            <a:endParaRPr/>
          </a:p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1524000" y="1545336"/>
            <a:ext cx="9144000" cy="4507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url_csv = ‘URL name’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df = pd.read_csv(url_csv, index_col=0)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df.head()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df.tail()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df = pd.read_csv('boooks.csv',index_col=0)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df.head()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df.tail()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different cols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838200" y="1380744"/>
            <a:ext cx="10515600" cy="479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cols = [‘id’,’name’,’address’]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 = pd.read_csv('boooks.csv', index_col=0, usecols=cols)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df.head()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838200" y="365125"/>
            <a:ext cx="10515600" cy="915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by index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838200" y="1380744"/>
            <a:ext cx="10515600" cy="479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csv_url = 'boooks.csv'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 = pd.read_csv(csv_url, index_col='id',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usecols=['id','name', 'address', 'phone', 'salary'])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df.head()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838200" y="365125"/>
            <a:ext cx="10515600" cy="832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Selecting Rows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838200" y="1325880"/>
            <a:ext cx="10515600" cy="485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Selecting first 10 row: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data.iloc[0:4, 0:2]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Select the rows where “Name” value is ‘Ram’.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data[data[“Name"] == “Ram"]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838200" y="365125"/>
            <a:ext cx="10515600" cy="674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Write On CSV (One By One data)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838200" y="1212783"/>
            <a:ext cx="10515600" cy="496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csv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fields=[‘Kamal',‘28',‘Baluwatar']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with open('boooks.csv', 'a') as f: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x = csv.writer(f)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x.writerow(fields)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838200" y="365125"/>
            <a:ext cx="1051560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DictReader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838200" y="1257300"/>
            <a:ext cx="10515600" cy="4919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csv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with open('videos.csv') as csvfile: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reader = csv.DictReader(csvfile)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for row in reader: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print(row)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838200" y="365126"/>
            <a:ext cx="10515600" cy="881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DictWriter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838200" y="1392382"/>
            <a:ext cx="10515600" cy="4784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csv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csv_columns = ['Name', 'Age', 'Address']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dict =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{'Name':'Aayush','Age':23,'Address':'Katmandu'},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{'Name':'Shyam','Age':33,'Address':'Patan'}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try: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with open("data.csv", 'w') as csvfile: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writer = csv.DictWriter(csvfile, fieldnames=csv_columns)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writer.writeheader()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for data in dict: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writer.writerow(data)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except IOError: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print("I/O error")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838200" y="365125"/>
            <a:ext cx="10515600" cy="814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 csv files (Using Dataframe)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838200" y="1298448"/>
            <a:ext cx="10515600" cy="4878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 = pd.DataFrame({'Names':['Ram', 'Shyam', 'Hari','Bikash', 'Samrat'],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'Address':['Kathmandu','Palpa','Pyuthan','Bhaktapur','Patan'],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'Age':[21, 22, 20, 19, 18]})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df.to_csv('boooks.csv')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df.head()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838200" y="365125"/>
            <a:ext cx="10515600" cy="814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Rename multiple columns in one go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838200" y="1316736"/>
            <a:ext cx="10515600" cy="4860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df.rename(columns={“Physics": “physics",“Year": "year"},inplace=True)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838200" y="365125"/>
            <a:ext cx="10515600" cy="761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Deleting columns and rows</a:t>
            </a:r>
            <a:br>
              <a:rPr lang="en-US"/>
            </a:b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838200" y="1212783"/>
            <a:ext cx="10515600" cy="496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# Delete the “Name" column from the dataframe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= data.drop(“Name”, axis=1)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# alternatively, delete columns using the columns parameter of drop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= data.drop(columns=“Name”)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# Delete the Area column from the dataframe in place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# Note that the original 'data' object is changed when inplace=True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data.drop(“Name", axis=1, inplace=True).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# Delete multiple columns from the dataframe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= data.drop([“Name", “Age", “Address"], axis=1)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# Delete the rows with labels 0,1,5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= data.drop([0,1,2], axis=0)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838200" y="365125"/>
            <a:ext cx="10515600" cy="933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/ Write Multiple dataframe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991819" y="1100937"/>
            <a:ext cx="10515600" cy="4878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df1 = pd.DataFrame({'Names': ['Andreas', 'George', 'Steve',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   'Sarah', 'Joanna', 'Hanna'],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'Age':[21, 22, 20, 19, 18, 23]})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df2 = pd.DataFrame({'Names': ['Pete', 'Jordan', 'Gustaf',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   'Sophie', 'Sally', 'Simone'],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'Age':[22, 21, 19, 19, 29, 21]})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df3 = pd.DataFrame({'Names': ['Ulrich', 'Donald', 'Jon',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   'Jessica', 'Elisabeth', 'Diana'],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'Age':[21, 21, 20, 19, 19, 22]})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df = pd.concat([df1, df2, df3], keys =['Group1', 'Group2', 'Group3'],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names=['Group', 'Row Num']).reset_index()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df.to_csv('boooks.csv', index=False)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